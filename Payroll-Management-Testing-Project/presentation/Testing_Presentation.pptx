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Payroll Management System</a:t>
            </a:r>
          </a:p>
          <a:p>
            <a:r>
              <a:t>Software Testing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11</a:t>
            </a:r>
          </a:p>
          <a:p>
            <a:r>
              <a:t>Overview of Testing Techniques &amp;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Scope &amp; Methodology</a:t>
            </a:r>
          </a:p>
          <a:p>
            <a:r>
              <a:t>Black Box Testing (BVA, ECP, Cause-Effect)</a:t>
            </a:r>
          </a:p>
          <a:p>
            <a:r>
              <a:t>White Box Testing (Code Coverage)</a:t>
            </a:r>
          </a:p>
          <a:p>
            <a:r>
              <a:t>Integration Testing</a:t>
            </a:r>
          </a:p>
          <a:p>
            <a:r>
              <a:t>Defect Reporting</a:t>
            </a:r>
          </a:p>
          <a:p>
            <a:r>
              <a:t>Visual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Execution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09600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TC-001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TC-012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Basic Salary = 500000 (BVA)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Fail (BUG-001)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TC-021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Attendance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Present &gt; 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Fail (BUG-002)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TC-030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Payroll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Gross Salary Calc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Fail (BUG-003)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TC-034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Payroll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Same month diff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Fail (BUG-004)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Evidence: BB-001_Login_Page_Valid.png</a:t>
            </a:r>
          </a:p>
        </p:txBody>
      </p:sp>
      <p:pic>
        <p:nvPicPr>
          <p:cNvPr id="3" name="Picture 2" descr="BB-001_Login_Page_Val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Evidence: BB-002_Login_Invalid_BVA.png</a:t>
            </a:r>
          </a:p>
        </p:txBody>
      </p:sp>
      <p:pic>
        <p:nvPicPr>
          <p:cNvPr id="3" name="Picture 2" descr="BB-002_Login_Invalid_B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Evidence: BB-003_Dashboard_Valid.png</a:t>
            </a:r>
          </a:p>
        </p:txBody>
      </p:sp>
      <p:pic>
        <p:nvPicPr>
          <p:cNvPr id="3" name="Picture 2" descr="BB-003_Dashboard_Val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Evidence: BB-004_Employee_Creation_Form.png</a:t>
            </a:r>
          </a:p>
        </p:txBody>
      </p:sp>
      <p:pic>
        <p:nvPicPr>
          <p:cNvPr id="3" name="Picture 2" descr="BB-004_Employee_Creation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Evidence: BB-005_Employee_Creation_Success.png</a:t>
            </a:r>
          </a:p>
        </p:txBody>
      </p:sp>
      <p:pic>
        <p:nvPicPr>
          <p:cNvPr id="3" name="Picture 2" descr="BB-005_Employee_Creation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Evidence: BB-006_Employee_Invalid_Salary_BVA.png</a:t>
            </a:r>
          </a:p>
        </p:txBody>
      </p:sp>
      <p:pic>
        <p:nvPicPr>
          <p:cNvPr id="3" name="Picture 2" descr="BB-006_Employee_Invalid_Salary_B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Evidence: BB-007_Attendance_Valid_Form.png</a:t>
            </a:r>
          </a:p>
        </p:txBody>
      </p:sp>
      <p:pic>
        <p:nvPicPr>
          <p:cNvPr id="3" name="Picture 2" descr="BB-007_Attendance_Valid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Evidence: BB-008_Attendance_Success.png</a:t>
            </a:r>
          </a:p>
        </p:txBody>
      </p:sp>
      <p:pic>
        <p:nvPicPr>
          <p:cNvPr id="3" name="Picture 2" descr="BB-008_Attendance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Evidence: BB-009_Attendance_Invalid_Cause_Effect.png</a:t>
            </a:r>
          </a:p>
        </p:txBody>
      </p:sp>
      <p:pic>
        <p:nvPicPr>
          <p:cNvPr id="3" name="Picture 2" descr="BB-009_Attendance_Invalid_Cause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Evidence: BB-010_Payroll_Generation_Page.png</a:t>
            </a:r>
          </a:p>
        </p:txBody>
      </p:sp>
      <p:pic>
        <p:nvPicPr>
          <p:cNvPr id="3" name="Picture 2" descr="BB-010_Payroll_Generatio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Evidence: BUG-001.png</a:t>
            </a:r>
          </a:p>
        </p:txBody>
      </p:sp>
      <p:pic>
        <p:nvPicPr>
          <p:cNvPr id="3" name="Picture 2" descr="BUG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Evidence: BUG-003.png</a:t>
            </a:r>
          </a:p>
        </p:txBody>
      </p:sp>
      <p:pic>
        <p:nvPicPr>
          <p:cNvPr id="3" name="Picture 2" descr="BUG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Evidence: BUG-004.png</a:t>
            </a:r>
          </a:p>
        </p:txBody>
      </p:sp>
      <p:pic>
        <p:nvPicPr>
          <p:cNvPr id="3" name="Picture 2" descr="BUG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